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ad53aae57d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ad53aae57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ad53aae57d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ad53aae57d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ad53aae57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ad53aae57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ad53aae57d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ad53aae57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5" name="Google Shape;35;p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6" name="Google Shape;36;p8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type="ctrTitle"/>
          </p:nvPr>
        </p:nvSpPr>
        <p:spPr>
          <a:xfrm>
            <a:off x="283475" y="1066050"/>
            <a:ext cx="8520600" cy="150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en" sz="5500"/>
              <a:t>STAY</a:t>
            </a:r>
            <a:endParaRPr sz="56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500"/>
              <a:t>Roomfinder Web Application</a:t>
            </a:r>
            <a:endParaRPr sz="2500"/>
          </a:p>
        </p:txBody>
      </p:sp>
      <p:sp>
        <p:nvSpPr>
          <p:cNvPr id="50" name="Google Shape;50;p11"/>
          <p:cNvSpPr txBox="1"/>
          <p:nvPr>
            <p:ph idx="1" type="subTitle"/>
          </p:nvPr>
        </p:nvSpPr>
        <p:spPr>
          <a:xfrm>
            <a:off x="311700" y="3412675"/>
            <a:ext cx="8520600" cy="15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500"/>
              <a:t>Prepared by:</a:t>
            </a:r>
            <a:endParaRPr b="1"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500"/>
              <a:t>Samir Shrestha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500"/>
              <a:t>Bijesh Limbu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500"/>
              <a:t>Veshraj Neupane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500"/>
              <a:t>Prashant KC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56" name="Google Shape;56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700"/>
              <a:buChar char="●"/>
            </a:pPr>
            <a:r>
              <a:rPr lang="en" sz="1700">
                <a:solidFill>
                  <a:srgbClr val="FFFFFF"/>
                </a:solidFill>
              </a:rPr>
              <a:t>Room-finding have been  a challenge in urban areas of Nepal.</a:t>
            </a:r>
            <a:endParaRPr sz="1700">
              <a:solidFill>
                <a:srgbClr val="FFFFFF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solidFill>
                <a:srgbClr val="FFFFFF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700"/>
              <a:buChar char="●"/>
            </a:pPr>
            <a:r>
              <a:rPr lang="en" sz="1700">
                <a:solidFill>
                  <a:srgbClr val="FFFFFF"/>
                </a:solidFill>
              </a:rPr>
              <a:t>Especially, in desired locations for families and students.</a:t>
            </a:r>
            <a:endParaRPr sz="17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Problem Solution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62" name="Google Shape;6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solidFill>
                <a:srgbClr val="FFFFFF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Char char="●"/>
            </a:pPr>
            <a:r>
              <a:rPr lang="en" sz="1700">
                <a:solidFill>
                  <a:srgbClr val="FFFFFF"/>
                </a:solidFill>
              </a:rPr>
              <a:t>This project helps tenant to find rooms easily in their desired locations.</a:t>
            </a:r>
            <a:endParaRPr sz="17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solidFill>
                <a:srgbClr val="FFFFFF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solidFill>
                <a:srgbClr val="FFFFFF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Char char="●"/>
            </a:pPr>
            <a:r>
              <a:rPr lang="en" sz="1700">
                <a:solidFill>
                  <a:srgbClr val="FFFFFF"/>
                </a:solidFill>
              </a:rPr>
              <a:t>This project makes room finding process easy, fast, reliable and time-saving.</a:t>
            </a:r>
            <a:endParaRPr sz="17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Objectives</a:t>
            </a:r>
            <a:endParaRPr/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solidFill>
                <a:srgbClr val="FFFFFF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Char char="●"/>
            </a:pPr>
            <a:r>
              <a:rPr lang="en" sz="1700">
                <a:solidFill>
                  <a:srgbClr val="FFFFFF"/>
                </a:solidFill>
              </a:rPr>
              <a:t>To help tenant to find rooms easily in their desired locations.</a:t>
            </a:r>
            <a:endParaRPr sz="1700">
              <a:solidFill>
                <a:srgbClr val="FFFFFF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solidFill>
                <a:srgbClr val="FFFFFF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Char char="●"/>
            </a:pPr>
            <a:r>
              <a:rPr lang="en" sz="1700">
                <a:solidFill>
                  <a:srgbClr val="FFFFFF"/>
                </a:solidFill>
              </a:rPr>
              <a:t>To make room finding process easy, fast, reliable and time-saving.</a:t>
            </a:r>
            <a:endParaRPr sz="17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solidFill>
                <a:srgbClr val="FFFFFF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Char char="●"/>
            </a:pPr>
            <a:r>
              <a:rPr lang="en" sz="1700">
                <a:solidFill>
                  <a:srgbClr val="FFFFFF"/>
                </a:solidFill>
              </a:rPr>
              <a:t>To have good knowledge in web development.</a:t>
            </a:r>
            <a:endParaRPr sz="17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solidFill>
                <a:srgbClr val="FFFFFF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Char char="●"/>
            </a:pPr>
            <a:r>
              <a:rPr lang="en" sz="1700">
                <a:solidFill>
                  <a:srgbClr val="FFFFFF"/>
                </a:solidFill>
              </a:rPr>
              <a:t>To have interactive and responsive web design.</a:t>
            </a:r>
            <a:endParaRPr sz="1700">
              <a:solidFill>
                <a:srgbClr val="FFFFFF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58125" y="376399"/>
            <a:ext cx="58311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FlowChart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74" name="Google Shape;74;p15"/>
          <p:cNvSpPr/>
          <p:nvPr/>
        </p:nvSpPr>
        <p:spPr>
          <a:xfrm>
            <a:off x="2563153" y="915975"/>
            <a:ext cx="1232306" cy="1147420"/>
          </a:xfrm>
          <a:prstGeom prst="flowChartDecision">
            <a:avLst/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Does the tenant find interesting room?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4138941" y="1231871"/>
            <a:ext cx="1121400" cy="53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Send a bio to the ad poster and arrange a viewing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189600" y="1221750"/>
            <a:ext cx="1146000" cy="535800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Current tenant in charge of search</a:t>
            </a:r>
            <a:r>
              <a:rPr b="0" i="0" lang="en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1576468" y="1282208"/>
            <a:ext cx="637200" cy="414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Looks ad online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" name="Google Shape;78;p15"/>
          <p:cNvCxnSpPr>
            <a:stCxn id="77" idx="3"/>
          </p:cNvCxnSpPr>
          <p:nvPr/>
        </p:nvCxnSpPr>
        <p:spPr>
          <a:xfrm>
            <a:off x="2213668" y="1489658"/>
            <a:ext cx="355200" cy="0"/>
          </a:xfrm>
          <a:prstGeom prst="straightConnector1">
            <a:avLst/>
          </a:prstGeom>
          <a:noFill/>
          <a:ln cap="flat" cmpd="sng" w="9525">
            <a:solidFill>
              <a:srgbClr val="5B9BD5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9" name="Google Shape;79;p15"/>
          <p:cNvCxnSpPr/>
          <p:nvPr/>
        </p:nvCxnSpPr>
        <p:spPr>
          <a:xfrm>
            <a:off x="3795459" y="1489685"/>
            <a:ext cx="343800" cy="0"/>
          </a:xfrm>
          <a:prstGeom prst="straightConnector1">
            <a:avLst/>
          </a:prstGeom>
          <a:noFill/>
          <a:ln cap="flat" cmpd="sng" w="9525">
            <a:solidFill>
              <a:srgbClr val="5B9BD5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0" name="Google Shape;80;p15"/>
          <p:cNvCxnSpPr>
            <a:stCxn id="75" idx="3"/>
          </p:cNvCxnSpPr>
          <p:nvPr/>
        </p:nvCxnSpPr>
        <p:spPr>
          <a:xfrm>
            <a:off x="5260341" y="1499771"/>
            <a:ext cx="407400" cy="0"/>
          </a:xfrm>
          <a:prstGeom prst="straightConnector1">
            <a:avLst/>
          </a:prstGeom>
          <a:noFill/>
          <a:ln cap="flat" cmpd="sng" w="9525">
            <a:solidFill>
              <a:srgbClr val="5B9BD5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1" name="Google Shape;81;p15"/>
          <p:cNvSpPr/>
          <p:nvPr/>
        </p:nvSpPr>
        <p:spPr>
          <a:xfrm>
            <a:off x="5643926" y="915975"/>
            <a:ext cx="1193400" cy="1189200"/>
          </a:xfrm>
          <a:prstGeom prst="flowChartDecision">
            <a:avLst/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the house owner ok to arrange 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viewing?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" name="Google Shape;82;p15"/>
          <p:cNvCxnSpPr>
            <a:stCxn id="81" idx="3"/>
            <a:endCxn id="83" idx="1"/>
          </p:cNvCxnSpPr>
          <p:nvPr/>
        </p:nvCxnSpPr>
        <p:spPr>
          <a:xfrm flipH="1" rot="10800000">
            <a:off x="6837326" y="1489875"/>
            <a:ext cx="438600" cy="20700"/>
          </a:xfrm>
          <a:prstGeom prst="straightConnector1">
            <a:avLst/>
          </a:prstGeom>
          <a:noFill/>
          <a:ln cap="flat" cmpd="sng" w="9525">
            <a:solidFill>
              <a:srgbClr val="5B9BD5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3" name="Google Shape;83;p15"/>
          <p:cNvSpPr/>
          <p:nvPr/>
        </p:nvSpPr>
        <p:spPr>
          <a:xfrm>
            <a:off x="7276075" y="1282283"/>
            <a:ext cx="877500" cy="414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Go visit the place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" name="Google Shape;84;p15"/>
          <p:cNvCxnSpPr>
            <a:stCxn id="76" idx="6"/>
            <a:endCxn id="77" idx="1"/>
          </p:cNvCxnSpPr>
          <p:nvPr/>
        </p:nvCxnSpPr>
        <p:spPr>
          <a:xfrm>
            <a:off x="1335600" y="1489650"/>
            <a:ext cx="240900" cy="0"/>
          </a:xfrm>
          <a:prstGeom prst="straightConnector1">
            <a:avLst/>
          </a:prstGeom>
          <a:noFill/>
          <a:ln cap="flat" cmpd="sng" w="9525">
            <a:solidFill>
              <a:srgbClr val="5B9BD5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5" name="Google Shape;85;p15"/>
          <p:cNvSpPr/>
          <p:nvPr/>
        </p:nvSpPr>
        <p:spPr>
          <a:xfrm>
            <a:off x="7965025" y="2328750"/>
            <a:ext cx="1121400" cy="1068600"/>
          </a:xfrm>
          <a:prstGeom prst="flowChartDecision">
            <a:avLst/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 the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tenant like the place ?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5"/>
          <p:cNvSpPr/>
          <p:nvPr/>
        </p:nvSpPr>
        <p:spPr>
          <a:xfrm>
            <a:off x="6819025" y="3909975"/>
            <a:ext cx="1146000" cy="1112125"/>
          </a:xfrm>
          <a:prstGeom prst="flowChartDecision">
            <a:avLst/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 house owner like the tenant?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5"/>
          <p:cNvSpPr/>
          <p:nvPr/>
        </p:nvSpPr>
        <p:spPr>
          <a:xfrm>
            <a:off x="5118751" y="4217851"/>
            <a:ext cx="877500" cy="465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Discuss &amp; fix rent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5"/>
          <p:cNvSpPr/>
          <p:nvPr/>
        </p:nvSpPr>
        <p:spPr>
          <a:xfrm>
            <a:off x="3222581" y="4186565"/>
            <a:ext cx="1146000" cy="528000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70AD4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New Tenant gets  the room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" name="Google Shape;89;p15"/>
          <p:cNvCxnSpPr>
            <a:stCxn id="87" idx="1"/>
            <a:endCxn id="88" idx="6"/>
          </p:cNvCxnSpPr>
          <p:nvPr/>
        </p:nvCxnSpPr>
        <p:spPr>
          <a:xfrm flipH="1">
            <a:off x="4368451" y="4450351"/>
            <a:ext cx="750300" cy="300"/>
          </a:xfrm>
          <a:prstGeom prst="straightConnector1">
            <a:avLst/>
          </a:prstGeom>
          <a:noFill/>
          <a:ln cap="flat" cmpd="sng" w="9525">
            <a:solidFill>
              <a:srgbClr val="5B9BD5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0" name="Google Shape;90;p15"/>
          <p:cNvCxnSpPr>
            <a:stCxn id="74" idx="2"/>
          </p:cNvCxnSpPr>
          <p:nvPr/>
        </p:nvCxnSpPr>
        <p:spPr>
          <a:xfrm>
            <a:off x="3179306" y="2063395"/>
            <a:ext cx="8100" cy="799500"/>
          </a:xfrm>
          <a:prstGeom prst="straightConnector1">
            <a:avLst/>
          </a:prstGeom>
          <a:noFill/>
          <a:ln cap="flat" cmpd="sng" w="9525">
            <a:solidFill>
              <a:srgbClr val="5B9BD5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1" name="Google Shape;91;p15"/>
          <p:cNvCxnSpPr>
            <a:stCxn id="81" idx="2"/>
          </p:cNvCxnSpPr>
          <p:nvPr/>
        </p:nvCxnSpPr>
        <p:spPr>
          <a:xfrm>
            <a:off x="6240626" y="2105175"/>
            <a:ext cx="12000" cy="764400"/>
          </a:xfrm>
          <a:prstGeom prst="straightConnector1">
            <a:avLst/>
          </a:prstGeom>
          <a:noFill/>
          <a:ln cap="flat" cmpd="sng" w="9525">
            <a:solidFill>
              <a:srgbClr val="5B9BD5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2" name="Google Shape;92;p15"/>
          <p:cNvCxnSpPr>
            <a:stCxn id="83" idx="3"/>
            <a:endCxn id="85" idx="0"/>
          </p:cNvCxnSpPr>
          <p:nvPr/>
        </p:nvCxnSpPr>
        <p:spPr>
          <a:xfrm>
            <a:off x="8153575" y="1489733"/>
            <a:ext cx="372300" cy="839100"/>
          </a:xfrm>
          <a:prstGeom prst="bentConnector2">
            <a:avLst/>
          </a:prstGeom>
          <a:noFill/>
          <a:ln cap="flat" cmpd="sng" w="9525">
            <a:solidFill>
              <a:srgbClr val="5B9BD5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3" name="Google Shape;93;p15"/>
          <p:cNvCxnSpPr>
            <a:stCxn id="85" idx="2"/>
            <a:endCxn id="86" idx="3"/>
          </p:cNvCxnSpPr>
          <p:nvPr/>
        </p:nvCxnSpPr>
        <p:spPr>
          <a:xfrm rot="5400000">
            <a:off x="7711075" y="3651300"/>
            <a:ext cx="1068600" cy="560700"/>
          </a:xfrm>
          <a:prstGeom prst="bentConnector2">
            <a:avLst/>
          </a:prstGeom>
          <a:noFill/>
          <a:ln cap="flat" cmpd="sng" w="9525">
            <a:solidFill>
              <a:srgbClr val="5B9BD5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4" name="Google Shape;94;p15"/>
          <p:cNvCxnSpPr>
            <a:endCxn id="87" idx="3"/>
          </p:cNvCxnSpPr>
          <p:nvPr/>
        </p:nvCxnSpPr>
        <p:spPr>
          <a:xfrm rot="10800000">
            <a:off x="5996251" y="4450351"/>
            <a:ext cx="823200" cy="15600"/>
          </a:xfrm>
          <a:prstGeom prst="straightConnector1">
            <a:avLst/>
          </a:prstGeom>
          <a:noFill/>
          <a:ln cap="flat" cmpd="sng" w="9525">
            <a:solidFill>
              <a:srgbClr val="5B9BD5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5" name="Google Shape;95;p15"/>
          <p:cNvCxnSpPr>
            <a:stCxn id="85" idx="1"/>
          </p:cNvCxnSpPr>
          <p:nvPr/>
        </p:nvCxnSpPr>
        <p:spPr>
          <a:xfrm flipH="1">
            <a:off x="1895725" y="2863050"/>
            <a:ext cx="6069300" cy="6300"/>
          </a:xfrm>
          <a:prstGeom prst="straightConnector1">
            <a:avLst/>
          </a:prstGeom>
          <a:noFill/>
          <a:ln cap="flat" cmpd="sng" w="9525">
            <a:solidFill>
              <a:srgbClr val="5B9BD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6" name="Google Shape;96;p15"/>
          <p:cNvCxnSpPr/>
          <p:nvPr/>
        </p:nvCxnSpPr>
        <p:spPr>
          <a:xfrm rot="10800000">
            <a:off x="1889525" y="1707200"/>
            <a:ext cx="6300" cy="1175100"/>
          </a:xfrm>
          <a:prstGeom prst="straightConnector1">
            <a:avLst/>
          </a:prstGeom>
          <a:noFill/>
          <a:ln cap="flat" cmpd="sng" w="9525">
            <a:solidFill>
              <a:srgbClr val="5B9BD5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7" name="Google Shape;97;p15"/>
          <p:cNvCxnSpPr>
            <a:stCxn id="86" idx="0"/>
          </p:cNvCxnSpPr>
          <p:nvPr/>
        </p:nvCxnSpPr>
        <p:spPr>
          <a:xfrm flipH="1" rot="10800000">
            <a:off x="7392025" y="2882175"/>
            <a:ext cx="4200" cy="1027800"/>
          </a:xfrm>
          <a:prstGeom prst="straightConnector1">
            <a:avLst/>
          </a:prstGeom>
          <a:noFill/>
          <a:ln cap="flat" cmpd="sng" w="9525">
            <a:solidFill>
              <a:srgbClr val="5B9BD5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8" name="Google Shape;98;p15"/>
          <p:cNvSpPr/>
          <p:nvPr/>
        </p:nvSpPr>
        <p:spPr>
          <a:xfrm>
            <a:off x="6818259" y="1282200"/>
            <a:ext cx="363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b="0" i="0" sz="1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5"/>
          <p:cNvSpPr/>
          <p:nvPr/>
        </p:nvSpPr>
        <p:spPr>
          <a:xfrm>
            <a:off x="3747288" y="1288995"/>
            <a:ext cx="363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b="0" i="0" sz="9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5"/>
          <p:cNvSpPr/>
          <p:nvPr/>
        </p:nvSpPr>
        <p:spPr>
          <a:xfrm>
            <a:off x="6379287" y="4221826"/>
            <a:ext cx="623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b="0" i="0" sz="11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5"/>
          <p:cNvSpPr/>
          <p:nvPr/>
        </p:nvSpPr>
        <p:spPr>
          <a:xfrm>
            <a:off x="3119914" y="2169940"/>
            <a:ext cx="363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b="0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5"/>
          <p:cNvSpPr/>
          <p:nvPr/>
        </p:nvSpPr>
        <p:spPr>
          <a:xfrm>
            <a:off x="6189233" y="2167873"/>
            <a:ext cx="363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b="0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7390946" y="3501279"/>
            <a:ext cx="363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b="0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5"/>
          <p:cNvSpPr/>
          <p:nvPr/>
        </p:nvSpPr>
        <p:spPr>
          <a:xfrm>
            <a:off x="7602033" y="2607740"/>
            <a:ext cx="363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b="0" i="0" sz="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Tools Used</a:t>
            </a:r>
            <a:endParaRPr/>
          </a:p>
        </p:txBody>
      </p:sp>
      <p:sp>
        <p:nvSpPr>
          <p:cNvPr id="110" name="Google Shape;110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Bootstrap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Django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Python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/>
        </p:nvSpPr>
        <p:spPr>
          <a:xfrm>
            <a:off x="292100" y="340539"/>
            <a:ext cx="8750400" cy="41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Open Street Map</a:t>
            </a:r>
            <a:endParaRPr sz="2800">
              <a:solidFill>
                <a:schemeClr val="dk1"/>
              </a:solidFill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Char char="●"/>
            </a:pPr>
            <a:r>
              <a:rPr lang="en" sz="1800">
                <a:solidFill>
                  <a:srgbClr val="999999"/>
                </a:solidFill>
              </a:rPr>
              <a:t>It is a free and editable world map.</a:t>
            </a:r>
            <a:endParaRPr sz="1800">
              <a:solidFill>
                <a:srgbClr val="999999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99999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99999"/>
              </a:solidFill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Char char="●"/>
            </a:pPr>
            <a:r>
              <a:rPr lang="en" sz="1800">
                <a:solidFill>
                  <a:srgbClr val="999999"/>
                </a:solidFill>
              </a:rPr>
              <a:t>It also includes individual buildings which makes it even more suitable for our project.</a:t>
            </a:r>
            <a:endParaRPr sz="1800">
              <a:solidFill>
                <a:srgbClr val="999999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Anaconda </a:t>
            </a:r>
            <a:endParaRPr/>
          </a:p>
        </p:txBody>
      </p:sp>
      <p:sp>
        <p:nvSpPr>
          <p:cNvPr id="121" name="Google Shape;121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Anaconda is a free and open-source distribution of Python.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simplifies package management and deployment.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Easy virtual environment creation for django projects.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Easy integration of open street map with django projects.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3091" y="0"/>
            <a:ext cx="9190166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Features</a:t>
            </a:r>
            <a:endParaRPr/>
          </a:p>
        </p:txBody>
      </p:sp>
      <p:sp>
        <p:nvSpPr>
          <p:cNvPr id="137" name="Google Shape;13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700">
                <a:solidFill>
                  <a:srgbClr val="FFFFFF"/>
                </a:solidFill>
              </a:rPr>
              <a:t> Hide an AD:</a:t>
            </a:r>
            <a:endParaRPr b="1" sz="1700">
              <a:solidFill>
                <a:srgbClr val="FFFFFF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700">
              <a:solidFill>
                <a:srgbClr val="FFFFFF"/>
              </a:solidFill>
            </a:endParaRPr>
          </a:p>
          <a:p>
            <a:pPr indent="-3365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Char char="●"/>
            </a:pPr>
            <a:r>
              <a:rPr lang="en" sz="1700">
                <a:solidFill>
                  <a:srgbClr val="FFFFFF"/>
                </a:solidFill>
              </a:rPr>
              <a:t>Hide room ads you are not interested in to avoid losing time. Check ads only on those areas of your search.</a:t>
            </a:r>
            <a:endParaRPr sz="1700">
              <a:solidFill>
                <a:srgbClr val="FFFFFF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FFFFFF"/>
              </a:solidFill>
            </a:endParaRPr>
          </a:p>
          <a:p>
            <a:pPr indent="-3365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Char char="●"/>
            </a:pPr>
            <a:r>
              <a:rPr lang="en" sz="1700">
                <a:solidFill>
                  <a:srgbClr val="FFFFFF"/>
                </a:solidFill>
              </a:rPr>
              <a:t>Ads are shown only when you click the location of that ad.</a:t>
            </a:r>
            <a:endParaRPr sz="17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Features</a:t>
            </a:r>
            <a:endParaRPr/>
          </a:p>
        </p:txBody>
      </p:sp>
      <p:sp>
        <p:nvSpPr>
          <p:cNvPr id="143" name="Google Shape;143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>
                <a:solidFill>
                  <a:srgbClr val="FFFFFF"/>
                </a:solidFill>
              </a:rPr>
              <a:t>Are you Pet Friendly?</a:t>
            </a:r>
            <a:endParaRPr b="1">
              <a:solidFill>
                <a:srgbClr val="FFFFF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">
                <a:solidFill>
                  <a:srgbClr val="FFFFFF"/>
                </a:solidFill>
              </a:rPr>
              <a:t>Users will be able to know before moving in if tenant/house owner have any pets or not.</a:t>
            </a:r>
            <a:endParaRPr>
              <a:solidFill>
                <a:srgbClr val="FFFFF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">
                <a:solidFill>
                  <a:srgbClr val="FFFFFF"/>
                </a:solidFill>
              </a:rPr>
              <a:t>Helps to minimize the issues between house owner and tenant regarding pets.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 Features</a:t>
            </a:r>
            <a:endParaRPr/>
          </a:p>
        </p:txBody>
      </p:sp>
      <p:sp>
        <p:nvSpPr>
          <p:cNvPr id="149" name="Google Shape;149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>
                <a:solidFill>
                  <a:srgbClr val="FFFFFF"/>
                </a:solidFill>
              </a:rPr>
              <a:t>Amenities </a:t>
            </a:r>
            <a:endParaRPr b="1">
              <a:solidFill>
                <a:srgbClr val="FFFFF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">
                <a:solidFill>
                  <a:srgbClr val="FFFFFF"/>
                </a:solidFill>
              </a:rPr>
              <a:t>Different amenities are mentioned in the form of check-box that are found in Nepalese Society. </a:t>
            </a:r>
            <a:endParaRPr>
              <a:solidFill>
                <a:srgbClr val="FFFFF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">
                <a:solidFill>
                  <a:srgbClr val="FFFFFF"/>
                </a:solidFill>
              </a:rPr>
              <a:t>Eg: 24-hr water,furnished or not, wifi available, etc.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 Features</a:t>
            </a:r>
            <a:endParaRPr/>
          </a:p>
        </p:txBody>
      </p:sp>
      <p:sp>
        <p:nvSpPr>
          <p:cNvPr id="155" name="Google Shape;155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>
                <a:solidFill>
                  <a:srgbClr val="FFFFFF"/>
                </a:solidFill>
              </a:rPr>
              <a:t>House Rules </a:t>
            </a:r>
            <a:endParaRPr b="1">
              <a:solidFill>
                <a:srgbClr val="FFFFF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">
                <a:solidFill>
                  <a:srgbClr val="FFFFFF"/>
                </a:solidFill>
              </a:rPr>
              <a:t>Different house rules are mentioned in the form of check-box that are found in Nepalese Society. </a:t>
            </a:r>
            <a:endParaRPr>
              <a:solidFill>
                <a:srgbClr val="FFFFF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">
                <a:solidFill>
                  <a:srgbClr val="FFFFFF"/>
                </a:solidFill>
              </a:rPr>
              <a:t>Eg: late night arrival,access rooftop, no smoking/drinking, guests frequency, etc.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4800" y="68963"/>
            <a:ext cx="2434399" cy="50055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10288" y="139100"/>
            <a:ext cx="3523425" cy="486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-2771017836500448" id="170" name="Google Shape;17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700" y="392625"/>
            <a:ext cx="7821950" cy="429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8"/>
          <p:cNvSpPr txBox="1"/>
          <p:nvPr>
            <p:ph type="title"/>
          </p:nvPr>
        </p:nvSpPr>
        <p:spPr>
          <a:xfrm>
            <a:off x="311700" y="22121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4000"/>
              <a:t>Thank You</a:t>
            </a:r>
            <a:endParaRPr sz="4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